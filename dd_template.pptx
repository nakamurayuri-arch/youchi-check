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147483316" r:id="rId2"/>
  </p:sldIdLst>
  <p:sldSz cx="12192000" cy="6858000"/>
  <p:notesSz cx="6735763" cy="9866313"/>
  <p:custDataLst>
    <p:tags r:id="rId5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9F4F7"/>
    <a:srgbClr val="2E6D8B"/>
    <a:srgbClr val="7F7F7F"/>
    <a:srgbClr val="0C1418"/>
    <a:srgbClr val="D6DCE4"/>
    <a:srgbClr val="D9D9D9"/>
    <a:srgbClr val="FFFFFF"/>
    <a:srgbClr val="3E99B6"/>
    <a:srgbClr val="B92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スタイル (中間)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5617" autoAdjust="0"/>
  </p:normalViewPr>
  <p:slideViewPr>
    <p:cSldViewPr snapToGrid="0" snapToObjects="1">
      <p:cViewPr varScale="1">
        <p:scale>
          <a:sx n="132" d="100"/>
          <a:sy n="132" d="100"/>
        </p:scale>
        <p:origin x="180" y="120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14" d="100"/>
          <a:sy n="114" d="100"/>
        </p:scale>
        <p:origin x="426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C51F71D-4F24-CF4D-A135-0C3A594C77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E8C3558-E58D-D04F-983B-F9CBA0412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B0A18-0A03-5E4B-9F02-567C5E1818AA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3DF127-9407-4149-89C5-C58D25CE79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37C8C1-4D83-F347-BFDA-66158E8353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CE36E-ABF2-5C45-9583-3B8397C5A8D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6276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9E1A7-80EC-E440-809B-4EF46ED4F468}" type="datetimeFigureOut">
              <a:rPr kumimoji="1" lang="en-US" altLang="ja-JP" smtClean="0"/>
              <a:t>7/15/2026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 dirty="0"/>
              <a:t>マスター テキストの書式設定
</a:t>
            </a:r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r>
              <a:rPr kumimoji="1" lang="ja-JP" altLang="en-US" dirty="0"/>
              <a:t>
</a:t>
            </a:r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r>
              <a:rPr kumimoji="1" lang="ja-JP" altLang="en-US" dirty="0"/>
              <a:t>
</a:t>
            </a:r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r>
              <a:rPr kumimoji="1" lang="ja-JP" altLang="en-US" dirty="0"/>
              <a:t>
</a:t>
            </a:r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9D47B-3356-4B4F-BD82-42D718681642}" type="slidenum">
              <a:rPr kumimoji="1" lang="en-US" altLang="ja-JP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18703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59D47B-3356-4B4F-BD82-42D718681642}" type="slidenum">
              <a:rPr kumimoji="1" lang="en-US" altLang="ja-JP" smtClean="0"/>
              <a:t>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1606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4.png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C4E9F33-2189-5C62-4110-991383F679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82057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677D8A32-CF14-4149-AFB2-FFE1D44EB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1D6DFA-F16F-574B-B777-15FE3939E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817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F89A602B-21E4-4C12-51B1-41E16491F7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6338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スライド番号プレースホルダー 5">
            <a:extLst>
              <a:ext uri="{FF2B5EF4-FFF2-40B4-BE49-F238E27FC236}">
                <a16:creationId xmlns:a16="http://schemas.microsoft.com/office/drawing/2014/main" id="{47690848-5B02-B94B-A227-ADEBF908A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4A82AF-0803-4447-BB83-EF8AD84DF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13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06D4B1-C60E-A2B3-DFAF-9DED637001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761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CB0838A-C39A-7647-A956-F7AD4CBFB1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kumimoji="1" lang="ja-JP" alt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日付プレースホルダー 2">
            <a:extLst>
              <a:ext uri="{FF2B5EF4-FFF2-40B4-BE49-F238E27FC236}">
                <a16:creationId xmlns:a16="http://schemas.microsoft.com/office/drawing/2014/main" id="{DD7E39C3-A088-064A-9FDC-6DC0464D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0309" y="6356350"/>
            <a:ext cx="2743200" cy="365125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  <p:sp>
        <p:nvSpPr>
          <p:cNvPr id="7" name="スライド番号プレースホルダー 3">
            <a:extLst>
              <a:ext uri="{FF2B5EF4-FFF2-40B4-BE49-F238E27FC236}">
                <a16:creationId xmlns:a16="http://schemas.microsoft.com/office/drawing/2014/main" id="{D96F30BE-81DC-B74D-81BD-3E762A651D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216993" y="6356350"/>
            <a:ext cx="2743200" cy="365125"/>
          </a:xfrm>
          <a:ln>
            <a:noFill/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D280C9D9-4E67-3F4D-B37F-C3D964367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2699765"/>
            <a:ext cx="9498880" cy="523220"/>
          </a:xfrm>
          <a:prstGeom prst="rect">
            <a:avLst/>
          </a:prstGeom>
        </p:spPr>
        <p:txBody>
          <a:bodyPr vert="horz" rIns="91440" anchor="ctr">
            <a:noAutofit/>
          </a:bodyPr>
          <a:lstStyle>
            <a:lvl1pPr rtl="0">
              <a:defRPr sz="6000" b="1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9EC9A59F-87C8-F74F-9D39-9302F54A28A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137" y="3436017"/>
            <a:ext cx="9498880" cy="981090"/>
          </a:xfrm>
          <a:prstGeom prst="rect">
            <a:avLst/>
          </a:prstGeom>
        </p:spPr>
        <p:txBody>
          <a:bodyPr/>
          <a:lstStyle>
            <a:lvl1pPr marL="0" indent="0" rtl="0">
              <a:buFont typeface="Wingdings" pitchFamily="2" charset="2"/>
              <a:buNone/>
              <a:tabLst/>
              <a:defRPr sz="2000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  <a:r>
              <a:rPr kumimoji="1" lang="ja-JP" altLang="en-US"/>
              <a:t>
	第 </a:t>
            </a:r>
            <a:r>
              <a:rPr kumimoji="1" lang="en-US" altLang="ja-JP"/>
              <a:t>2 </a:t>
            </a:r>
            <a:r>
              <a:rPr kumimoji="1" lang="ja-JP" altLang="en-US"/>
              <a:t>レベル
		第 </a:t>
            </a:r>
            <a:r>
              <a:rPr kumimoji="1" lang="en-US" altLang="ja-JP"/>
              <a:t>3 </a:t>
            </a:r>
            <a:r>
              <a:rPr kumimoji="1" lang="ja-JP" altLang="en-US"/>
              <a:t>レベル
			第 </a:t>
            </a:r>
            <a:r>
              <a:rPr kumimoji="1" lang="en-US" altLang="ja-JP"/>
              <a:t>4 </a:t>
            </a:r>
            <a:r>
              <a:rPr kumimoji="1" lang="ja-JP" altLang="en-US"/>
              <a:t>レベル
			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28DE0BF-B75A-6786-EB1A-3C239BF10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42754" y="606409"/>
            <a:ext cx="1038508" cy="73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47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A47AB5B-35C6-059A-D7DB-C9B4965A9D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89684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8FCBB4D-1AE6-AE48-B444-10CB0AB9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823979"/>
            <a:ext cx="11309684" cy="523220"/>
          </a:xfrm>
          <a:prstGeom prst="rect">
            <a:avLst/>
          </a:prstGeom>
        </p:spPr>
        <p:txBody>
          <a:bodyPr vert="horz" rIns="91440" anchor="ctr">
            <a:normAutofit/>
          </a:bodyPr>
          <a:lstStyle>
            <a:lvl1pPr rtl="0">
              <a:defRPr sz="2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58239F-4EC1-5B4B-8C8A-0B9C5636DF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137" y="1560231"/>
            <a:ext cx="11309684" cy="981090"/>
          </a:xfrm>
          <a:prstGeom prst="rect">
            <a:avLst/>
          </a:prstGeom>
        </p:spPr>
        <p:txBody>
          <a:bodyPr/>
          <a:lstStyle>
            <a:lvl1pPr marL="0" indent="0" rtl="0">
              <a:buFont typeface="Wingdings" pitchFamily="2" charset="2"/>
              <a:buNone/>
              <a:tabLst/>
              <a:defRPr sz="20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  <a:r>
              <a:rPr kumimoji="1" lang="ja-JP" altLang="en-US"/>
              <a:t>
	第 </a:t>
            </a:r>
            <a:r>
              <a:rPr kumimoji="1" lang="en-US" altLang="ja-JP"/>
              <a:t>2 </a:t>
            </a:r>
            <a:r>
              <a:rPr kumimoji="1" lang="ja-JP" altLang="en-US"/>
              <a:t>レベル
		第 </a:t>
            </a:r>
            <a:r>
              <a:rPr kumimoji="1" lang="en-US" altLang="ja-JP"/>
              <a:t>3 </a:t>
            </a:r>
            <a:r>
              <a:rPr kumimoji="1" lang="ja-JP" altLang="en-US"/>
              <a:t>レベル
			第 </a:t>
            </a:r>
            <a:r>
              <a:rPr kumimoji="1" lang="en-US" altLang="ja-JP"/>
              <a:t>4 </a:t>
            </a:r>
            <a:r>
              <a:rPr kumimoji="1" lang="ja-JP" altLang="en-US"/>
              <a:t>レベル
			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F7476E2B-8BB4-904B-8D82-5516744D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3FD0B715-AB8A-D649-9E20-0E5410FC9AF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042556" y="214681"/>
            <a:ext cx="9700266" cy="325013"/>
          </a:xfrm>
          <a:prstGeom prst="rect">
            <a:avLst/>
          </a:prstGeom>
        </p:spPr>
        <p:txBody>
          <a:bodyPr anchor="ctr"/>
          <a:lstStyle>
            <a:lvl1pPr marL="0" indent="0" rtl="0">
              <a:buFont typeface="Wingdings" pitchFamily="2" charset="2"/>
              <a:buNone/>
              <a:tabLst/>
              <a:defRPr sz="16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6D97216-7A0E-F74A-9245-F3C9E4A8D3D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15" y="277665"/>
            <a:ext cx="1345653" cy="180000"/>
          </a:xfrm>
          <a:prstGeom prst="rect">
            <a:avLst/>
          </a:prstGeom>
        </p:spPr>
      </p:pic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5B913386-2CE8-044E-9967-8AEF3043F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0465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1CA95A7-61EA-726A-7A87-5768CB8D35C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2506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8FCBB4D-1AE6-AE48-B444-10CB0AB9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823979"/>
            <a:ext cx="11309684" cy="523220"/>
          </a:xfrm>
          <a:prstGeom prst="rect">
            <a:avLst/>
          </a:prstGeom>
        </p:spPr>
        <p:txBody>
          <a:bodyPr vert="horz" rIns="91440" anchor="ctr">
            <a:normAutofit/>
          </a:bodyPr>
          <a:lstStyle>
            <a:lvl1pPr rtl="0">
              <a:defRPr sz="2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58239F-4EC1-5B4B-8C8A-0B9C5636DF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137" y="1560231"/>
            <a:ext cx="11309684" cy="981090"/>
          </a:xfrm>
          <a:prstGeom prst="rect">
            <a:avLst/>
          </a:prstGeom>
        </p:spPr>
        <p:txBody>
          <a:bodyPr/>
          <a:lstStyle>
            <a:lvl1pPr marL="0" indent="0" rtl="0">
              <a:buFont typeface="Wingdings" pitchFamily="2" charset="2"/>
              <a:buNone/>
              <a:tabLst/>
              <a:defRPr sz="16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  <a:r>
              <a:rPr kumimoji="1" lang="ja-JP" altLang="en-US"/>
              <a:t>
	第 </a:t>
            </a:r>
            <a:r>
              <a:rPr kumimoji="1" lang="en-US" altLang="ja-JP"/>
              <a:t>2 </a:t>
            </a:r>
            <a:r>
              <a:rPr kumimoji="1" lang="ja-JP" altLang="en-US"/>
              <a:t>レベル
		第 </a:t>
            </a:r>
            <a:r>
              <a:rPr kumimoji="1" lang="en-US" altLang="ja-JP"/>
              <a:t>3 </a:t>
            </a:r>
            <a:r>
              <a:rPr kumimoji="1" lang="ja-JP" altLang="en-US"/>
              <a:t>レベル
			第 </a:t>
            </a:r>
            <a:r>
              <a:rPr kumimoji="1" lang="en-US" altLang="ja-JP"/>
              <a:t>4 </a:t>
            </a:r>
            <a:r>
              <a:rPr kumimoji="1" lang="ja-JP" altLang="en-US"/>
              <a:t>レベル
			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F7476E2B-8BB4-904B-8D82-5516744D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3FD0B715-AB8A-D649-9E20-0E5410FC9AF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3137" y="214681"/>
            <a:ext cx="11309685" cy="325013"/>
          </a:xfrm>
          <a:prstGeom prst="rect">
            <a:avLst/>
          </a:prstGeom>
        </p:spPr>
        <p:txBody>
          <a:bodyPr anchor="ctr"/>
          <a:lstStyle>
            <a:lvl1pPr marL="0" indent="0" rtl="0">
              <a:buFont typeface="Wingdings" pitchFamily="2" charset="2"/>
              <a:buNone/>
              <a:tabLst/>
              <a:defRPr sz="1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DCD0AA99-605D-9346-B47C-7AF9D724AC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008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91701CEA-CCEE-2B81-3EFC-488BDC166E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005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F7476E2B-8BB4-904B-8D82-5516744D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DE3FEFC0-365A-C54C-B327-CAB32BFF7A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  <p:sp>
        <p:nvSpPr>
          <p:cNvPr id="11" name="タイトル 1">
            <a:extLst>
              <a:ext uri="{FF2B5EF4-FFF2-40B4-BE49-F238E27FC236}">
                <a16:creationId xmlns:a16="http://schemas.microsoft.com/office/drawing/2014/main" id="{E94B9B07-F69B-7C4A-99F4-59EC3E00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214379"/>
            <a:ext cx="11309684" cy="523220"/>
          </a:xfrm>
          <a:prstGeom prst="rect">
            <a:avLst/>
          </a:prstGeom>
        </p:spPr>
        <p:txBody>
          <a:bodyPr vert="horz" rIns="91440" anchor="ctr">
            <a:normAutofit/>
          </a:bodyPr>
          <a:lstStyle>
            <a:lvl1pPr algn="l" rtl="0">
              <a:defRPr sz="2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657373C9-D2D3-0645-AD51-177FAEC79B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137" y="950631"/>
            <a:ext cx="11309684" cy="981090"/>
          </a:xfrm>
          <a:prstGeom prst="rect">
            <a:avLst/>
          </a:prstGeom>
        </p:spPr>
        <p:txBody>
          <a:bodyPr/>
          <a:lstStyle>
            <a:lvl1pPr marL="0" indent="0" rtl="0">
              <a:buFont typeface="Wingdings" pitchFamily="2" charset="2"/>
              <a:buNone/>
              <a:tabLst/>
              <a:defRPr sz="20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  <a:r>
              <a:rPr kumimoji="1" lang="ja-JP" altLang="en-US"/>
              <a:t>
	第 </a:t>
            </a:r>
            <a:r>
              <a:rPr kumimoji="1" lang="en-US" altLang="ja-JP"/>
              <a:t>2 </a:t>
            </a:r>
            <a:r>
              <a:rPr kumimoji="1" lang="ja-JP" altLang="en-US"/>
              <a:t>レベル
		第 </a:t>
            </a:r>
            <a:r>
              <a:rPr kumimoji="1" lang="en-US" altLang="ja-JP"/>
              <a:t>3 </a:t>
            </a:r>
            <a:r>
              <a:rPr kumimoji="1" lang="ja-JP" altLang="en-US"/>
              <a:t>レベル
			第 </a:t>
            </a:r>
            <a:r>
              <a:rPr kumimoji="1" lang="en-US" altLang="ja-JP"/>
              <a:t>4 </a:t>
            </a:r>
            <a:r>
              <a:rPr kumimoji="1" lang="ja-JP" altLang="en-US"/>
              <a:t>レベル
			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26ED15-C126-924E-BD28-889109837736}"/>
              </a:ext>
            </a:extLst>
          </p:cNvPr>
          <p:cNvSpPr/>
          <p:nvPr userDrawn="1"/>
        </p:nvSpPr>
        <p:spPr>
          <a:xfrm>
            <a:off x="290629" y="214379"/>
            <a:ext cx="54811" cy="4724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kumimoji="1" lang="ja-JP" alt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7238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8C1B83-2859-BC05-0FA4-169B2D82DB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7715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8FCBB4D-1AE6-AE48-B444-10CB0AB9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823979"/>
            <a:ext cx="11309684" cy="523220"/>
          </a:xfrm>
          <a:prstGeom prst="rect">
            <a:avLst/>
          </a:prstGeom>
        </p:spPr>
        <p:txBody>
          <a:bodyPr vert="horz" rIns="91440" anchor="ctr">
            <a:normAutofit/>
          </a:bodyPr>
          <a:lstStyle>
            <a:lvl1pPr rtl="0">
              <a:defRPr sz="2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58239F-4EC1-5B4B-8C8A-0B9C5636DF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137" y="1560231"/>
            <a:ext cx="11309684" cy="981090"/>
          </a:xfrm>
          <a:prstGeom prst="rect">
            <a:avLst/>
          </a:prstGeom>
        </p:spPr>
        <p:txBody>
          <a:bodyPr/>
          <a:lstStyle>
            <a:lvl1pPr marL="0" indent="0" rtl="0">
              <a:buFont typeface="Wingdings" pitchFamily="2" charset="2"/>
              <a:buNone/>
              <a:tabLst/>
              <a:defRPr sz="20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  <a:r>
              <a:rPr kumimoji="1" lang="ja-JP" altLang="en-US"/>
              <a:t>
	第 </a:t>
            </a:r>
            <a:r>
              <a:rPr kumimoji="1" lang="en-US" altLang="ja-JP"/>
              <a:t>2 </a:t>
            </a:r>
            <a:r>
              <a:rPr kumimoji="1" lang="ja-JP" altLang="en-US"/>
              <a:t>レベル
		第 </a:t>
            </a:r>
            <a:r>
              <a:rPr kumimoji="1" lang="en-US" altLang="ja-JP"/>
              <a:t>3 </a:t>
            </a:r>
            <a:r>
              <a:rPr kumimoji="1" lang="ja-JP" altLang="en-US"/>
              <a:t>レベル
			第 </a:t>
            </a:r>
            <a:r>
              <a:rPr kumimoji="1" lang="en-US" altLang="ja-JP"/>
              <a:t>4 </a:t>
            </a:r>
            <a:r>
              <a:rPr kumimoji="1" lang="ja-JP" altLang="en-US"/>
              <a:t>レベル
			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F7476E2B-8BB4-904B-8D82-5516744D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3FD0B715-AB8A-D649-9E20-0E5410FC9AF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624447" y="214681"/>
            <a:ext cx="9118376" cy="325013"/>
          </a:xfrm>
          <a:prstGeom prst="rect">
            <a:avLst/>
          </a:prstGeom>
        </p:spPr>
        <p:txBody>
          <a:bodyPr anchor="ctr"/>
          <a:lstStyle>
            <a:lvl1pPr marL="0" indent="0" rtl="0">
              <a:buFont typeface="Wingdings" pitchFamily="2" charset="2"/>
              <a:buNone/>
              <a:tabLst/>
              <a:defRPr sz="16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66D97216-7A0E-F74A-9245-F3C9E4A8D3D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15" y="277665"/>
            <a:ext cx="1345653" cy="180000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1E4BC6D-D1BC-6A4D-AAD5-73D23BCF4915}"/>
              </a:ext>
            </a:extLst>
          </p:cNvPr>
          <p:cNvSpPr/>
          <p:nvPr userDrawn="1"/>
        </p:nvSpPr>
        <p:spPr>
          <a:xfrm>
            <a:off x="2101933" y="155301"/>
            <a:ext cx="431896" cy="43189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kumimoji="1" lang="ja-JP" altLang="en-US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E2453ECC-C650-844E-9AEE-0D57F46F48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030838" y="208743"/>
            <a:ext cx="574086" cy="325013"/>
          </a:xfrm>
          <a:prstGeom prst="rect">
            <a:avLst/>
          </a:prstGeom>
        </p:spPr>
        <p:txBody>
          <a:bodyPr anchor="ctr"/>
          <a:lstStyle>
            <a:lvl1pPr marL="0" indent="0" algn="ctr" rtl="0">
              <a:buFont typeface="Wingdings" pitchFamily="2" charset="2"/>
              <a:buNone/>
              <a:tabLst/>
              <a:defRPr sz="1600" b="1">
                <a:solidFill>
                  <a:srgbClr val="FFFFFF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日付プレースホルダー 3">
            <a:extLst>
              <a:ext uri="{FF2B5EF4-FFF2-40B4-BE49-F238E27FC236}">
                <a16:creationId xmlns:a16="http://schemas.microsoft.com/office/drawing/2014/main" id="{883240B8-69F1-3247-B19C-E0D5187CB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1216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4899407-A743-F5A7-7826-D0D6210D53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02861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F7476E2B-8BB4-904B-8D82-5516744D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DB74E821-7914-F144-A2B6-F31BA453A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823979"/>
            <a:ext cx="11309684" cy="523220"/>
          </a:xfrm>
          <a:prstGeom prst="rect">
            <a:avLst/>
          </a:prstGeom>
        </p:spPr>
        <p:txBody>
          <a:bodyPr vert="horz" rIns="91440" anchor="ctr">
            <a:normAutofit/>
          </a:bodyPr>
          <a:lstStyle>
            <a:lvl1pPr rtl="0">
              <a:defRPr sz="2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A38F2100-4496-FD4F-9C60-E1876C5EB49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042556" y="214681"/>
            <a:ext cx="9700266" cy="325013"/>
          </a:xfrm>
          <a:prstGeom prst="rect">
            <a:avLst/>
          </a:prstGeom>
        </p:spPr>
        <p:txBody>
          <a:bodyPr anchor="ctr"/>
          <a:lstStyle>
            <a:lvl1pPr marL="0" indent="0" rtl="0">
              <a:buFont typeface="Wingdings" pitchFamily="2" charset="2"/>
              <a:buNone/>
              <a:tabLst/>
              <a:defRPr sz="16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4EBA252D-CDC4-D349-B988-3BCF20F39FF1}"/>
              </a:ext>
            </a:extLst>
          </p:cNvPr>
          <p:cNvCxnSpPr>
            <a:cxnSpLocks/>
          </p:cNvCxnSpPr>
          <p:nvPr userDrawn="1"/>
        </p:nvCxnSpPr>
        <p:spPr>
          <a:xfrm>
            <a:off x="364890" y="1460749"/>
            <a:ext cx="11462221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2E8AF456-6672-3448-BCAA-46D1712B32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15" y="277665"/>
            <a:ext cx="1345653" cy="180000"/>
          </a:xfrm>
          <a:prstGeom prst="rect">
            <a:avLst/>
          </a:prstGeom>
        </p:spPr>
      </p:pic>
      <p:sp>
        <p:nvSpPr>
          <p:cNvPr id="16" name="コンテンツ プレースホルダー 2">
            <a:extLst>
              <a:ext uri="{FF2B5EF4-FFF2-40B4-BE49-F238E27FC236}">
                <a16:creationId xmlns:a16="http://schemas.microsoft.com/office/drawing/2014/main" id="{03E9A3D4-58B0-F041-B96B-5356A447A1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137" y="1560231"/>
            <a:ext cx="11309684" cy="981090"/>
          </a:xfrm>
          <a:prstGeom prst="rect">
            <a:avLst/>
          </a:prstGeom>
        </p:spPr>
        <p:txBody>
          <a:bodyPr/>
          <a:lstStyle>
            <a:lvl1pPr marL="0" indent="0" rtl="0">
              <a:buFont typeface="Wingdings" pitchFamily="2" charset="2"/>
              <a:buNone/>
              <a:tabLst/>
              <a:defRPr sz="20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  <a:r>
              <a:rPr kumimoji="1" lang="ja-JP" altLang="en-US"/>
              <a:t>
	第 </a:t>
            </a:r>
            <a:r>
              <a:rPr kumimoji="1" lang="en-US" altLang="ja-JP"/>
              <a:t>2 </a:t>
            </a:r>
            <a:r>
              <a:rPr kumimoji="1" lang="ja-JP" altLang="en-US"/>
              <a:t>レベル
		第 </a:t>
            </a:r>
            <a:r>
              <a:rPr kumimoji="1" lang="en-US" altLang="ja-JP"/>
              <a:t>3 </a:t>
            </a:r>
            <a:r>
              <a:rPr kumimoji="1" lang="ja-JP" altLang="en-US"/>
              <a:t>レベル
			第 </a:t>
            </a:r>
            <a:r>
              <a:rPr kumimoji="1" lang="en-US" altLang="ja-JP"/>
              <a:t>4 </a:t>
            </a:r>
            <a:r>
              <a:rPr kumimoji="1" lang="ja-JP" altLang="en-US"/>
              <a:t>レベル
			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1" name="日付プレースホルダー 3">
            <a:extLst>
              <a:ext uri="{FF2B5EF4-FFF2-40B4-BE49-F238E27FC236}">
                <a16:creationId xmlns:a16="http://schemas.microsoft.com/office/drawing/2014/main" id="{7D86F0AB-F14E-1F4E-9218-49C738547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2382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9B21543-04C0-7EEF-4004-D8A4B518D4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71368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8FCBB4D-1AE6-AE48-B444-10CB0AB9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253964"/>
            <a:ext cx="11309684" cy="523220"/>
          </a:xfrm>
          <a:prstGeom prst="rect">
            <a:avLst/>
          </a:prstGeom>
        </p:spPr>
        <p:txBody>
          <a:bodyPr vert="horz" rIns="91440" anchor="ctr">
            <a:normAutofit/>
          </a:bodyPr>
          <a:lstStyle>
            <a:lvl1pPr rtl="0">
              <a:defRPr sz="2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20A9E37-DD83-D240-AE3A-B9250D4FC072}"/>
              </a:ext>
            </a:extLst>
          </p:cNvPr>
          <p:cNvCxnSpPr>
            <a:cxnSpLocks/>
          </p:cNvCxnSpPr>
          <p:nvPr userDrawn="1"/>
        </p:nvCxnSpPr>
        <p:spPr>
          <a:xfrm>
            <a:off x="364890" y="855109"/>
            <a:ext cx="11462221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F7476E2B-8BB4-904B-8D82-5516744D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49871808-778F-0F47-A904-423D40D3653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3137" y="1560231"/>
            <a:ext cx="11309684" cy="981090"/>
          </a:xfrm>
          <a:prstGeom prst="rect">
            <a:avLst/>
          </a:prstGeom>
        </p:spPr>
        <p:txBody>
          <a:bodyPr/>
          <a:lstStyle>
            <a:lvl1pPr marL="0" indent="0" rtl="0">
              <a:buFont typeface="Wingdings" pitchFamily="2" charset="2"/>
              <a:buNone/>
              <a:tabLst/>
              <a:defRPr sz="20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  <a:r>
              <a:rPr kumimoji="1" lang="ja-JP" altLang="en-US"/>
              <a:t>
	第 </a:t>
            </a:r>
            <a:r>
              <a:rPr kumimoji="1" lang="en-US" altLang="ja-JP"/>
              <a:t>2 </a:t>
            </a:r>
            <a:r>
              <a:rPr kumimoji="1" lang="ja-JP" altLang="en-US"/>
              <a:t>レベル
		第 </a:t>
            </a:r>
            <a:r>
              <a:rPr kumimoji="1" lang="en-US" altLang="ja-JP"/>
              <a:t>3 </a:t>
            </a:r>
            <a:r>
              <a:rPr kumimoji="1" lang="ja-JP" altLang="en-US"/>
              <a:t>レベル
			第 </a:t>
            </a:r>
            <a:r>
              <a:rPr kumimoji="1" lang="en-US" altLang="ja-JP"/>
              <a:t>4 </a:t>
            </a:r>
            <a:r>
              <a:rPr kumimoji="1" lang="ja-JP" altLang="en-US"/>
              <a:t>レベル
			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11" name="日付プレースホルダー 3">
            <a:extLst>
              <a:ext uri="{FF2B5EF4-FFF2-40B4-BE49-F238E27FC236}">
                <a16:creationId xmlns:a16="http://schemas.microsoft.com/office/drawing/2014/main" id="{4C0A941F-C1D5-074D-B7AF-5CA30391B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0572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5D3FE77-CB78-1560-8058-65A69B968A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43362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38FCBB4D-1AE6-AE48-B444-10CB0AB9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253964"/>
            <a:ext cx="11309684" cy="523220"/>
          </a:xfrm>
          <a:prstGeom prst="rect">
            <a:avLst/>
          </a:prstGeom>
        </p:spPr>
        <p:txBody>
          <a:bodyPr vert="horz" rIns="91440" anchor="ctr">
            <a:normAutofit/>
          </a:bodyPr>
          <a:lstStyle>
            <a:lvl1pPr rtl="0">
              <a:defRPr sz="2800" b="1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A58239F-4EC1-5B4B-8C8A-0B9C5636D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137" y="1013965"/>
            <a:ext cx="11309684" cy="5171077"/>
          </a:xfrm>
          <a:prstGeom prst="rect">
            <a:avLst/>
          </a:prstGeom>
        </p:spPr>
        <p:txBody>
          <a:bodyPr/>
          <a:lstStyle>
            <a:lvl1pPr marL="357188" indent="-357188" rtl="0">
              <a:buFont typeface="Wingdings" pitchFamily="2" charset="2"/>
              <a:buChar char="l"/>
              <a:tabLst/>
              <a:defRPr sz="200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rtl="0">
              <a:defRPr sz="2000">
                <a:latin typeface="Meiryo UI" panose="020B0604030504040204" pitchFamily="34" charset="-128"/>
                <a:ea typeface="Meiryo UI" panose="020B0604030504040204" pitchFamily="34" charset="-128"/>
              </a:defRPr>
            </a:lvl2pPr>
            <a:lvl3pPr rtl="0">
              <a:defRPr>
                <a:latin typeface="Meiryo UI" panose="020B0604030504040204" pitchFamily="34" charset="-128"/>
                <a:ea typeface="Meiryo UI" panose="020B0604030504040204" pitchFamily="34" charset="-128"/>
              </a:defRPr>
            </a:lvl3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 dirty="0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20A9E37-DD83-D240-AE3A-B9250D4FC072}"/>
              </a:ext>
            </a:extLst>
          </p:cNvPr>
          <p:cNvCxnSpPr>
            <a:cxnSpLocks/>
          </p:cNvCxnSpPr>
          <p:nvPr userDrawn="1"/>
        </p:nvCxnSpPr>
        <p:spPr>
          <a:xfrm>
            <a:off x="364890" y="855109"/>
            <a:ext cx="11462221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F7476E2B-8BB4-904B-8D82-5516744D4B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7" name="日付プレースホルダー 3">
            <a:extLst>
              <a:ext uri="{FF2B5EF4-FFF2-40B4-BE49-F238E27FC236}">
                <a16:creationId xmlns:a16="http://schemas.microsoft.com/office/drawing/2014/main" id="{2264DCE9-118C-BB4B-A33D-432FC56D4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738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03C1D3E-1B59-D3D4-43DB-55EAE535F4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83903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41FEA9AD-F88C-1D44-9743-2225933F2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vert="horz" rIns="91440"/>
          <a:lstStyle>
            <a:lvl1pPr rtl="0">
              <a:defRPr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3109F5-2994-F645-943B-CD417BEBC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CC8C4D7-1B77-1F43-99E2-2706676BA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7180C1-B5CE-CF45-8758-F14050C88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 rtl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4345917-8381-D043-9013-02EA6A072F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3A2D5C-6D10-8149-9AD2-2169C9CB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ja-JP" altLang="en-US" dirty="0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3BA1F0B3-B126-514B-BFD3-5F581B8DEF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12" name="日付プレースホルダー 3">
            <a:extLst>
              <a:ext uri="{FF2B5EF4-FFF2-40B4-BE49-F238E27FC236}">
                <a16:creationId xmlns:a16="http://schemas.microsoft.com/office/drawing/2014/main" id="{B00CEF1B-50A2-4247-98DC-A328CB6DF20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4646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624CDAF-3EEB-074C-F0E5-197173FCC0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9054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タイトル 1">
            <a:extLst>
              <a:ext uri="{FF2B5EF4-FFF2-40B4-BE49-F238E27FC236}">
                <a16:creationId xmlns:a16="http://schemas.microsoft.com/office/drawing/2014/main" id="{2857942C-C2A7-CA4B-895A-7AB791F4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3167390"/>
            <a:ext cx="11309684" cy="523220"/>
          </a:xfrm>
          <a:prstGeom prst="rect">
            <a:avLst/>
          </a:prstGeom>
        </p:spPr>
        <p:txBody>
          <a:bodyPr vert="horz" rIns="91440">
            <a:noAutofit/>
          </a:bodyPr>
          <a:lstStyle>
            <a:lvl1pPr algn="ctr" rtl="0">
              <a:defRPr sz="4000" b="1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45A1E87E-7005-7F42-A261-FEAB84457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A23E367-4EE5-B947-A29F-8A100690590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3137" y="214681"/>
            <a:ext cx="9700266" cy="325013"/>
          </a:xfrm>
          <a:prstGeom prst="rect">
            <a:avLst/>
          </a:prstGeom>
        </p:spPr>
        <p:txBody>
          <a:bodyPr/>
          <a:lstStyle>
            <a:lvl1pPr marL="0" indent="0" rtl="0">
              <a:buFont typeface="Wingdings" pitchFamily="2" charset="2"/>
              <a:buNone/>
              <a:tabLst/>
              <a:defRPr sz="1600" b="1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日付プレースホルダー 3">
            <a:extLst>
              <a:ext uri="{FF2B5EF4-FFF2-40B4-BE49-F238E27FC236}">
                <a16:creationId xmlns:a16="http://schemas.microsoft.com/office/drawing/2014/main" id="{647A9E44-D9C2-6941-95A9-B98ACEB4C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16847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白紙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5963F7E-8A00-1D96-A58B-906E2045405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70962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45A1E87E-7005-7F42-A261-FEAB84457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AEEB743A-DF40-4748-9A44-18FCB4523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253964"/>
            <a:ext cx="11309684" cy="523220"/>
          </a:xfrm>
          <a:prstGeom prst="rect">
            <a:avLst/>
          </a:prstGeom>
        </p:spPr>
        <p:txBody>
          <a:bodyPr vert="horz" rIns="91440">
            <a:normAutofit/>
          </a:bodyPr>
          <a:lstStyle>
            <a:lvl1pPr algn="ctr" rtl="0">
              <a:defRPr sz="2800" b="1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日付プレースホルダー 3">
            <a:extLst>
              <a:ext uri="{FF2B5EF4-FFF2-40B4-BE49-F238E27FC236}">
                <a16:creationId xmlns:a16="http://schemas.microsoft.com/office/drawing/2014/main" id="{27E52E5C-92A6-DC48-961C-6C081260B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39355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白紙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7ECBB69-4183-A5DF-F9A1-C226FED7E6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92938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スライド番号プレースホルダー 5">
            <a:extLst>
              <a:ext uri="{FF2B5EF4-FFF2-40B4-BE49-F238E27FC236}">
                <a16:creationId xmlns:a16="http://schemas.microsoft.com/office/drawing/2014/main" id="{45A1E87E-7005-7F42-A261-FEAB84457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AEEB743A-DF40-4748-9A44-18FCB4523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253964"/>
            <a:ext cx="11309684" cy="523220"/>
          </a:xfrm>
          <a:prstGeom prst="rect">
            <a:avLst/>
          </a:prstGeom>
        </p:spPr>
        <p:txBody>
          <a:bodyPr vert="horz" rIns="91440">
            <a:normAutofit/>
          </a:bodyPr>
          <a:lstStyle>
            <a:lvl1pPr algn="l" rtl="0">
              <a:defRPr sz="2800" b="1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273C6EF7-A71D-374F-9EFB-6B6623479E37}"/>
              </a:ext>
            </a:extLst>
          </p:cNvPr>
          <p:cNvCxnSpPr>
            <a:cxnSpLocks/>
          </p:cNvCxnSpPr>
          <p:nvPr userDrawn="1"/>
        </p:nvCxnSpPr>
        <p:spPr>
          <a:xfrm>
            <a:off x="364890" y="855109"/>
            <a:ext cx="11462221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日付プレースホルダー 3">
            <a:extLst>
              <a:ext uri="{FF2B5EF4-FFF2-40B4-BE49-F238E27FC236}">
                <a16:creationId xmlns:a16="http://schemas.microsoft.com/office/drawing/2014/main" id="{146660C1-F597-444F-86EA-C729BE566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69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B607104-A69F-024D-B4BD-FA95E7D5E07E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5200128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7" imgW="7772400" imgH="10058400" progId="TCLayout.ActiveDocument.1">
                  <p:embed/>
                </p:oleObj>
              </mc:Choice>
              <mc:Fallback>
                <p:oleObj name="think-cellスライド" r:id="rId17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B607104-A69F-024D-B4BD-FA95E7D5E0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4F9DE8-CAB2-7D47-B6F1-44EF32877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03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en-US" altLang="ja-JP"/>
              <a:t>© SUSTECH, Inc.</a:t>
            </a:r>
            <a:endParaRPr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30CB02-D65C-4B4A-884D-A85DF5CBB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69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fld id="{ECF78EE2-03CA-8F41-9C25-C8E8945761B2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9770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8" r:id="rId3"/>
    <p:sldLayoutId id="2147483662" r:id="rId4"/>
    <p:sldLayoutId id="2147483667" r:id="rId5"/>
    <p:sldLayoutId id="2147483666" r:id="rId6"/>
    <p:sldLayoutId id="2147483665" r:id="rId7"/>
    <p:sldLayoutId id="2147483664" r:id="rId8"/>
    <p:sldLayoutId id="2147483650" r:id="rId9"/>
    <p:sldLayoutId id="2147483663" r:id="rId10"/>
    <p:sldLayoutId id="2147483653" r:id="rId11"/>
    <p:sldLayoutId id="2147483655" r:id="rId12"/>
    <p:sldLayoutId id="2147483660" r:id="rId13"/>
    <p:sldLayoutId id="2147483661" r:id="rId1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E265-B884-A036-E140-FB17E0CE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図 31">
            <a:extLst>
              <a:ext uri="{FF2B5EF4-FFF2-40B4-BE49-F238E27FC236}">
                <a16:creationId xmlns:a16="http://schemas.microsoft.com/office/drawing/2014/main" id="{3E4B27D0-E972-266D-2959-741EF2981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6307" y="1238859"/>
            <a:ext cx="2811199" cy="2520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FD048C7-E298-9AFA-4D61-C4BA0110BA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630" y="4130535"/>
            <a:ext cx="3213257" cy="1980000"/>
          </a:xfrm>
          <a:prstGeom prst="rect">
            <a:avLst/>
          </a:prstGeom>
        </p:spPr>
      </p:pic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AFE19B-2727-1906-939D-C4953A74BA1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5468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6" imgW="606" imgH="608" progId="TCLayout.ActiveDocument.1">
                  <p:embed/>
                </p:oleObj>
              </mc:Choice>
              <mc:Fallback>
                <p:oleObj name="think-cellスライド" r:id="rId6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17FBAD-B67C-4FEB-3DCD-C98926CA84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1">
            <a:extLst>
              <a:ext uri="{FF2B5EF4-FFF2-40B4-BE49-F238E27FC236}">
                <a16:creationId xmlns:a16="http://schemas.microsoft.com/office/drawing/2014/main" id="{CDA8DD16-E38A-84BA-1704-D15E1C14F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58" y="837479"/>
            <a:ext cx="11309684" cy="523220"/>
          </a:xfrm>
        </p:spPr>
        <p:txBody>
          <a:bodyPr vert="horz" rIns="91440"/>
          <a:lstStyle/>
          <a:p>
            <a:r>
              <a:rPr kumimoji="1" lang="ja-JP" noProof="0" dirty="0"/>
              <a:t>ご紹介可能案件のイメージ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24D4268-F674-5213-C78A-F6318F05C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CF78EE2-03CA-8F41-9C25-C8E8945761B2}" type="slidenum">
              <a:rPr lang="en-US" altLang="ja-JP" noProof="0" smtClean="0"/>
              <a:pPr/>
              <a:t>0</a:t>
            </a:fld>
            <a:endParaRPr lang="ja-JP" noProof="0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4FAEE78-C554-5198-CD19-3705CC73958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kumimoji="1" lang="ja-JP" noProof="0" dirty="0"/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35211F3-437A-B235-52E3-F440B6BC245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ja-JP" noProof="0" dirty="0"/>
              <a:t>© SUSTECH, Inc.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DB927F-0B9D-9E32-4EC3-7CF60B4814F1}"/>
              </a:ext>
            </a:extLst>
          </p:cNvPr>
          <p:cNvSpPr/>
          <p:nvPr/>
        </p:nvSpPr>
        <p:spPr>
          <a:xfrm>
            <a:off x="10287000" y="130065"/>
            <a:ext cx="1744133" cy="27432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sz="1200" noProof="0" dirty="0">
                <a:solidFill>
                  <a:schemeClr val="accent4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Strictly Confidential</a:t>
            </a:r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79383E5A-372C-7359-2042-ECE9B8A6D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678244"/>
              </p:ext>
            </p:extLst>
          </p:nvPr>
        </p:nvGraphicFramePr>
        <p:xfrm>
          <a:off x="825183" y="1721877"/>
          <a:ext cx="4858762" cy="43211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0061">
                  <a:extLst>
                    <a:ext uri="{9D8B030D-6E8A-4147-A177-3AD203B41FA5}">
                      <a16:colId xmlns:a16="http://schemas.microsoft.com/office/drawing/2014/main" val="2892337040"/>
                    </a:ext>
                  </a:extLst>
                </a:gridCol>
                <a:gridCol w="3548701">
                  <a:extLst>
                    <a:ext uri="{9D8B030D-6E8A-4147-A177-3AD203B41FA5}">
                      <a16:colId xmlns:a16="http://schemas.microsoft.com/office/drawing/2014/main" val="191610506"/>
                    </a:ext>
                  </a:extLst>
                </a:gridCol>
              </a:tblGrid>
              <a:tr h="253914">
                <a:tc>
                  <a:txBody>
                    <a:bodyPr/>
                    <a:lstStyle/>
                    <a:p>
                      <a:pPr algn="ctr" rtl="0"/>
                      <a:r>
                        <a:rPr lang="ja-JP" sz="1200" noProof="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項目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ja-JP" sz="1200" noProof="0" dirty="0">
                          <a:solidFill>
                            <a:schemeClr val="bg1"/>
                          </a:solidFill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概要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3912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案件名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ja-JP" sz="1200" b="0" u="none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長野県東筑摩郡　系統蓄電所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130027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電力エリア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中部電力エリア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430263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最大受電電力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2MW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5827664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蓄電池容量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8MWh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534969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機器構成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蓄電池/PCSともに、現状</a:t>
                      </a:r>
                      <a:r>
                        <a:rPr kumimoji="1"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SMA/Pomepower</a:t>
                      </a:r>
                      <a:endParaRPr lang="ja-JP" sz="120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780705"/>
                  </a:ext>
                </a:extLst>
              </a:tr>
              <a:tr h="423191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連系予定日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00" b="1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27年3月 (電力負担金支払済)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4351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運用期間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27年[4]月〜47年[3]月（20年間）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2416123"/>
                  </a:ext>
                </a:extLst>
              </a:tr>
              <a:tr h="423191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取得価格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完成販売64,046万円(税込・仲介手数料込)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2844636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土地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所有権移転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707423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アグリゲーター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Sustech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3022236"/>
                  </a:ext>
                </a:extLst>
              </a:tr>
              <a:tr h="423191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許認可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市街化調整区域：</a:t>
                      </a:r>
                      <a:r>
                        <a:rPr lang="ja-JP" sz="1200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非該当</a:t>
                      </a:r>
                    </a:p>
                    <a:p>
                      <a:pPr marL="171450" indent="-171450" algn="l" rtl="0">
                        <a:buFont typeface="Arial" panose="020B0604020202020204" pitchFamily="34" charset="0"/>
                        <a:buChar char="•"/>
                      </a:pPr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農地：非該当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4692803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ハザード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rtl="0">
                        <a:buFont typeface="Arial" panose="020B0604020202020204" pitchFamily="34" charset="0"/>
                        <a:buNone/>
                      </a:pPr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なし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575660"/>
                  </a:ext>
                </a:extLst>
              </a:tr>
              <a:tr h="253914">
                <a:tc>
                  <a:txBody>
                    <a:bodyPr/>
                    <a:lstStyle/>
                    <a:p>
                      <a:pPr algn="l" rtl="0"/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工事難易度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rtl="0">
                        <a:buFont typeface="Arial" panose="020B0604020202020204" pitchFamily="34" charset="0"/>
                        <a:buNone/>
                      </a:pPr>
                      <a:r>
                        <a:rPr lang="ja-JP" sz="120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工事自体は容易と推察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150594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D59ED3E3-56D8-2FFC-8ECE-D08DBDB4B924}"/>
              </a:ext>
            </a:extLst>
          </p:cNvPr>
          <p:cNvSpPr/>
          <p:nvPr/>
        </p:nvSpPr>
        <p:spPr>
          <a:xfrm>
            <a:off x="7967582" y="3176049"/>
            <a:ext cx="443421" cy="3789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noProof="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928C3EEE-1F33-193A-9619-63598CCE8E04}"/>
              </a:ext>
            </a:extLst>
          </p:cNvPr>
          <p:cNvCxnSpPr>
            <a:cxnSpLocks/>
          </p:cNvCxnSpPr>
          <p:nvPr/>
        </p:nvCxnSpPr>
        <p:spPr>
          <a:xfrm flipH="1">
            <a:off x="6096000" y="3554983"/>
            <a:ext cx="1862689" cy="642367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1EB14CF3-C45B-500D-5958-CAF11D632330}"/>
              </a:ext>
            </a:extLst>
          </p:cNvPr>
          <p:cNvCxnSpPr>
            <a:cxnSpLocks/>
          </p:cNvCxnSpPr>
          <p:nvPr/>
        </p:nvCxnSpPr>
        <p:spPr>
          <a:xfrm>
            <a:off x="8411003" y="3554983"/>
            <a:ext cx="189158" cy="593046"/>
          </a:xfrm>
          <a:prstGeom prst="line">
            <a:avLst/>
          </a:prstGeom>
          <a:ln w="1905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5-Point Star 23">
            <a:extLst>
              <a:ext uri="{FF2B5EF4-FFF2-40B4-BE49-F238E27FC236}">
                <a16:creationId xmlns:a16="http://schemas.microsoft.com/office/drawing/2014/main" id="{31E98572-DCBF-53B4-FE17-3D1E8C9EB9F8}"/>
              </a:ext>
            </a:extLst>
          </p:cNvPr>
          <p:cNvSpPr/>
          <p:nvPr/>
        </p:nvSpPr>
        <p:spPr>
          <a:xfrm>
            <a:off x="8099324" y="3285265"/>
            <a:ext cx="171044" cy="171044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noProof="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2" name="矢印: 下 21">
            <a:extLst>
              <a:ext uri="{FF2B5EF4-FFF2-40B4-BE49-F238E27FC236}">
                <a16:creationId xmlns:a16="http://schemas.microsoft.com/office/drawing/2014/main" id="{32A0CE23-A51D-DCCD-7BB0-B97D9ABCFE2F}"/>
              </a:ext>
            </a:extLst>
          </p:cNvPr>
          <p:cNvSpPr/>
          <p:nvPr/>
        </p:nvSpPr>
        <p:spPr>
          <a:xfrm>
            <a:off x="7339378" y="4384136"/>
            <a:ext cx="224690" cy="342900"/>
          </a:xfrm>
          <a:prstGeom prst="downArrow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noProof="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6B2BDDED-2C48-E2C5-3227-C99E757768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2124" y="4148029"/>
            <a:ext cx="2478037" cy="1980000"/>
          </a:xfrm>
          <a:prstGeom prst="rect">
            <a:avLst/>
          </a:prstGeom>
        </p:spPr>
      </p:pic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E920232-6CA1-2E52-A2A1-3D137C9BA91A}"/>
              </a:ext>
            </a:extLst>
          </p:cNvPr>
          <p:cNvSpPr/>
          <p:nvPr/>
        </p:nvSpPr>
        <p:spPr>
          <a:xfrm>
            <a:off x="6905389" y="5251450"/>
            <a:ext cx="368174" cy="1016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noProof="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5" name="矢印: 下 24">
            <a:extLst>
              <a:ext uri="{FF2B5EF4-FFF2-40B4-BE49-F238E27FC236}">
                <a16:creationId xmlns:a16="http://schemas.microsoft.com/office/drawing/2014/main" id="{CBE647C0-18F2-D8C0-3A7B-F8C02D15F76B}"/>
              </a:ext>
            </a:extLst>
          </p:cNvPr>
          <p:cNvSpPr/>
          <p:nvPr/>
        </p:nvSpPr>
        <p:spPr>
          <a:xfrm>
            <a:off x="7572542" y="4742486"/>
            <a:ext cx="224690" cy="342900"/>
          </a:xfrm>
          <a:prstGeom prst="downArrow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noProof="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493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32687&quot;&gt;&lt;version val=&quot;38650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4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Sustech color">
      <a:dk1>
        <a:srgbClr val="000000"/>
      </a:dk1>
      <a:lt1>
        <a:srgbClr val="FFFFFF"/>
      </a:lt1>
      <a:dk2>
        <a:srgbClr val="445468"/>
      </a:dk2>
      <a:lt2>
        <a:srgbClr val="FFFFFF"/>
      </a:lt2>
      <a:accent1>
        <a:srgbClr val="20376C"/>
      </a:accent1>
      <a:accent2>
        <a:srgbClr val="2E6D8A"/>
      </a:accent2>
      <a:accent3>
        <a:srgbClr val="3E98B5"/>
      </a:accent3>
      <a:accent4>
        <a:srgbClr val="CB0F4B"/>
      </a:accent4>
      <a:accent5>
        <a:srgbClr val="E9D500"/>
      </a:accent5>
      <a:accent6>
        <a:srgbClr val="255770"/>
      </a:accent6>
      <a:hlink>
        <a:srgbClr val="3898B7"/>
      </a:hlink>
      <a:folHlink>
        <a:srgbClr val="002C6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2"/>
          </a:solidFill>
        </a:ln>
      </a:spPr>
      <a:bodyPr rtlCol="0" anchor="ctr"/>
      <a:lstStyle>
        <a:defPPr algn="ctr">
          <a:defRPr kumimoji="1">
            <a:latin typeface="Meiryo UI" panose="020B0604030504040204" pitchFamily="34" charset="-128"/>
            <a:ea typeface="Meiryo UI" panose="020B0604030504040204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Meiryo UI" panose="020B0604030504040204" pitchFamily="34" charset="-128"/>
            <a:ea typeface="Meiryo UI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3" id="{4D3D5E59-C1A3-444B-A529-0E26A9E56D5A}" vid="{2E4D34DB-0BF6-BD42-8033-BCB91905E09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65E2DFF-B36D-C444-8C9E-D6DFCCA8454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a0fa16b3-a4e8-4e85-be3c-caa601ccc02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テーマ</Template>
  <TotalTime>33049</TotalTime>
  <Words>110</Words>
  <Application>Microsoft Office PowerPoint</Application>
  <PresentationFormat>ワイド画面</PresentationFormat>
  <Paragraphs>34</Paragraphs>
  <Slides>1</Slides>
  <Notes>1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Meiryo UI</vt:lpstr>
      <vt:lpstr>游ゴシック</vt:lpstr>
      <vt:lpstr>Arial</vt:lpstr>
      <vt:lpstr>Wingdings</vt:lpstr>
      <vt:lpstr>Office テーマ</vt:lpstr>
      <vt:lpstr>think-cellスライド</vt:lpstr>
      <vt:lpstr>ご紹介可能案件のイメージ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丹野 裕介</dc:creator>
  <cp:lastModifiedBy>SUS</cp:lastModifiedBy>
  <cp:revision>1745</cp:revision>
  <cp:lastPrinted>2026-05-01T01:48:19Z</cp:lastPrinted>
  <dcterms:created xsi:type="dcterms:W3CDTF">2022-05-11T02:36:07Z</dcterms:created>
  <dcterms:modified xsi:type="dcterms:W3CDTF">2026-07-15T06:33:35Z</dcterms:modified>
</cp:coreProperties>
</file>